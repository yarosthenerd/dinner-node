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eb-opal-sigma-55.vercel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9FEF00"/>
                </a:solidFill>
                <a:latin typeface="Consolas"/>
              </a:rPr>
              <a:t>DinnerNode 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460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9FEF00"/>
                </a:solidFill>
                <a:latin typeface="Consolas"/>
              </a:rPr>
              <a:t>your idle PC pays for dinner.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59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A89"/>
                </a:solidFill>
                <a:latin typeface="Consolas"/>
              </a:rPr>
              <a:t>rent the world’s idle hardware · pay per second · on Monad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FEF00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3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7E0EA"/>
                </a:solidFill>
                <a:latin typeface="Consolas"/>
              </a:rPr>
              <a:t>privacy — every prompt is read, logged and monetized on someone else’s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845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7E0EA"/>
                </a:solidFill>
                <a:latin typeface="Consolas"/>
              </a:rPr>
              <a:t>stalled hardware — billions of GPUs idle ~90% of the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25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7E0EA"/>
                </a:solidFill>
                <a:latin typeface="Consolas"/>
              </a:rPr>
              <a:t>AI subscriptions — $20–200/month while your own machine earns 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9FEF00"/>
                </a:solidFill>
                <a:latin typeface="Consola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3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7E0EA"/>
                </a:solidFill>
                <a:latin typeface="Consolas"/>
              </a:rPr>
              <a:t>rent a real machine directly · pay per token, per second · no middleman.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845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7E0EA"/>
                </a:solidFill>
                <a:latin typeface="Consolas"/>
              </a:rPr>
              <a:t>your prompt stays between you and the machine you rented.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25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9FEF00"/>
                </a:solidFill>
                <a:latin typeface="Consolas"/>
              </a:rPr>
              <a:t>why Monad: one answer = ~30 micropayments · Ethereum ≈ $115 · Monad ≈ $0.0003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9FEF00"/>
                </a:solidFill>
                <a:latin typeface="Consolas"/>
              </a:rPr>
              <a:t>try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30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u="sng">
                <a:solidFill>
                  <a:srgbClr val="9FEF00"/>
                </a:solidFill>
                <a:latin typeface="Consolas"/>
                <a:hlinkClick r:id="rId2"/>
              </a:rPr>
              <a:t>web-opal-sigma-55.vercel.app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35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B7A89"/>
                </a:solidFill>
                <a:latin typeface="Consolas"/>
              </a:rPr>
              <a:t>one tap: place order · watch the check tick · every token is a tip.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